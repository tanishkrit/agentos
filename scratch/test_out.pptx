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05695" y="548640"/>
            <a:ext cx="1645920" cy="1645920"/>
          </a:xfrm>
          <a:prstGeom prst="ellipse">
            <a:avLst/>
          </a:prstGeom>
          <a:solidFill>
            <a:srgbClr val="6C63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971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EAEAEA"/>
                </a:solidFill>
                <a:latin typeface="Segoe UI"/>
              </a:defRPr>
            </a:pPr>
            <a:r>
              <a:t>Test Presentation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749039"/>
            <a:ext cx="27432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0A0B8"/>
                </a:solidFill>
                <a:latin typeface="Segoe UI"/>
              </a:defRPr>
            </a:pPr>
            <a:r>
              <a:t>This is the subtitle of the test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Segoe UI"/>
              </a:defRPr>
            </a:pPr>
            <a:r>
              <a:t>June 26, 2026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6C63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22860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EAEAEA"/>
                </a:solidFill>
                <a:latin typeface="Segoe UI"/>
              </a:defRPr>
            </a:pPr>
            <a:r>
              <a:t>Section 1: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8"/>
                </a:solidFill>
                <a:latin typeface="Segoe UI"/>
              </a:defRPr>
            </a:pPr>
            <a:r>
              <a:t>Introduction description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AEAEA"/>
                </a:solidFill>
                <a:latin typeface="Segoe UI"/>
              </a:defRPr>
            </a:pPr>
            <a:r>
              <a:t>Content slide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25880"/>
            <a:ext cx="182880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62895" cy="73152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1901952"/>
            <a:ext cx="182880" cy="1828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755648"/>
            <a:ext cx="9448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D0"/>
                </a:solidFill>
                <a:latin typeface="Segoe UI"/>
              </a:defRPr>
            </a:pPr>
            <a:r>
              <a:t>First interesting bullet point detailing point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14600"/>
            <a:ext cx="10362895" cy="73152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20" y="2770632"/>
            <a:ext cx="182880" cy="1828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24328"/>
            <a:ext cx="9448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D0"/>
                </a:solidFill>
                <a:latin typeface="Segoe UI"/>
              </a:defRPr>
            </a:pPr>
            <a:r>
              <a:t>Second bullet point describing point B in detail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83280"/>
            <a:ext cx="10362895" cy="73152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8720" y="3639312"/>
            <a:ext cx="182880" cy="1828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493008"/>
            <a:ext cx="9448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C8D0"/>
                </a:solidFill>
                <a:latin typeface="Segoe UI"/>
              </a:defRPr>
            </a:pPr>
            <a:r>
              <a:t>Third point outlining key details of point C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AEAEA"/>
                </a:solidFill>
                <a:latin typeface="Segoe UI"/>
              </a:defRPr>
            </a:pPr>
            <a:r>
              <a:t>Two column slide title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25880"/>
            <a:ext cx="182880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4952847" cy="457200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44042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  <a:latin typeface="Segoe UI"/>
              </a:defRPr>
            </a:pPr>
            <a:r>
              <a:t>Left Column Header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42213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0"/>
                </a:solidFill>
                <a:latin typeface="Segoe UI"/>
              </a:defRPr>
            </a:pPr>
            <a:r>
              <a:t>• Left point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42213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0"/>
                </a:solidFill>
                <a:latin typeface="Segoe UI"/>
              </a:defRPr>
            </a:pPr>
            <a:r>
              <a:t>• Left point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1645920"/>
            <a:ext cx="4952847" cy="4572000"/>
          </a:xfrm>
          <a:prstGeom prst="roundRect">
            <a:avLst/>
          </a:prstGeom>
          <a:solidFill>
            <a:srgbClr val="25253D"/>
          </a:solidFill>
          <a:ln w="12700">
            <a:solidFill>
              <a:srgbClr val="3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1828800"/>
            <a:ext cx="44042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584"/>
                </a:solidFill>
                <a:latin typeface="Segoe UI"/>
              </a:defRPr>
            </a:pPr>
            <a:r>
              <a:t>Right Column Header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1647" y="2468880"/>
            <a:ext cx="42213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0"/>
                </a:solidFill>
                <a:latin typeface="Segoe UI"/>
              </a:defRPr>
            </a:pPr>
            <a:r>
              <a:t>• Right point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81647" y="3108960"/>
            <a:ext cx="422132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0"/>
                </a:solidFill>
                <a:latin typeface="Segoe UI"/>
              </a:defRPr>
            </a:pPr>
            <a:r>
              <a:t>• Right point 2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